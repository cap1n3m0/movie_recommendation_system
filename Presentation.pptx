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notesMasterIdLst>
    <p:notesMasterId r:id="rId11"/>
  </p:notesMasterIdLst>
  <p:sldIdLst>
    <p:sldId id="594" r:id="rId2"/>
    <p:sldId id="647" r:id="rId3"/>
    <p:sldId id="653" r:id="rId4"/>
    <p:sldId id="651" r:id="rId5"/>
    <p:sldId id="660" r:id="rId6"/>
    <p:sldId id="649" r:id="rId7"/>
    <p:sldId id="658" r:id="rId8"/>
    <p:sldId id="661" r:id="rId9"/>
    <p:sldId id="59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4BE"/>
    <a:srgbClr val="1ED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CA3207-127D-4E6E-A95C-5D58D6F26C4C}" type="datetimeFigureOut">
              <a:rPr lang="en-IN" smtClean="0"/>
              <a:t>28-10-2023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5672-8C65-497C-9007-9F7D998B59B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022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7735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1212228dc1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6" name="Google Shape;246;g11212228dc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2478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0e236f847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7" name="Google Shape;237;g10e236f84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7369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0e236f847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7" name="Google Shape;237;g10e236f84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3517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04029-2313-4B64-9A3D-770D7B20450B}" type="datetimeFigureOut">
              <a:rPr lang="en-IN" smtClean="0"/>
              <a:t>28-10-2023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8FDE2B8-2831-434E-8B4F-6B0F7798CB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07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04029-2313-4B64-9A3D-770D7B20450B}" type="datetimeFigureOut">
              <a:rPr lang="en-IN" smtClean="0"/>
              <a:t>28-10-2023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E2B8-2831-434E-8B4F-6B0F7798CB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187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04029-2313-4B64-9A3D-770D7B20450B}" type="datetimeFigureOut">
              <a:rPr lang="en-IN" smtClean="0"/>
              <a:t>28-10-2023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E2B8-2831-434E-8B4F-6B0F7798CB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99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04029-2313-4B64-9A3D-770D7B20450B}" type="datetimeFigureOut">
              <a:rPr lang="en-IN" smtClean="0"/>
              <a:t>28-10-2023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E2B8-2831-434E-8B4F-6B0F7798CB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40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04029-2313-4B64-9A3D-770D7B20450B}" type="datetimeFigureOut">
              <a:rPr lang="en-IN" smtClean="0"/>
              <a:t>28-10-2023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E2B8-2831-434E-8B4F-6B0F7798CB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31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04029-2313-4B64-9A3D-770D7B20450B}" type="datetimeFigureOut">
              <a:rPr lang="en-IN" smtClean="0"/>
              <a:t>28-10-2023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E2B8-2831-434E-8B4F-6B0F7798CB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79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04029-2313-4B64-9A3D-770D7B20450B}" type="datetimeFigureOut">
              <a:rPr lang="en-IN" smtClean="0"/>
              <a:t>28-10-2023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E2B8-2831-434E-8B4F-6B0F7798CB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0665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04029-2313-4B64-9A3D-770D7B20450B}" type="datetimeFigureOut">
              <a:rPr lang="en-IN" smtClean="0"/>
              <a:t>28-10-2023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E2B8-2831-434E-8B4F-6B0F7798CB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68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7704029-2313-4B64-9A3D-770D7B20450B}" type="datetimeFigureOut">
              <a:rPr lang="en-IN" smtClean="0"/>
              <a:t>28-10-2023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E2B8-2831-434E-8B4F-6B0F7798CB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916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04029-2313-4B64-9A3D-770D7B20450B}" type="datetimeFigureOut">
              <a:rPr lang="en-IN" smtClean="0"/>
              <a:t>28-10-2023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E2B8-2831-434E-8B4F-6B0F7798CB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00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04029-2313-4B64-9A3D-770D7B20450B}" type="datetimeFigureOut">
              <a:rPr lang="en-IN" smtClean="0"/>
              <a:t>28-10-2023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DE2B8-2831-434E-8B4F-6B0F7798CB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19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04029-2313-4B64-9A3D-770D7B20450B}" type="datetimeFigureOut">
              <a:rPr lang="en-IN" smtClean="0"/>
              <a:t>28-10-2023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8FDE2B8-2831-434E-8B4F-6B0F7798CBF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35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2A7765-7153-476F-99D3-95C01E979262}"/>
              </a:ext>
            </a:extLst>
          </p:cNvPr>
          <p:cNvSpPr/>
          <p:nvPr/>
        </p:nvSpPr>
        <p:spPr>
          <a:xfrm>
            <a:off x="0" y="0"/>
            <a:ext cx="12192000" cy="611799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blipFill>
                <a:blip r:embed="rId3"/>
                <a:tile tx="0" ty="0" sx="100000" sy="100000" flip="none" algn="tl"/>
              </a:blip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463C80-6C97-4B77-BA82-0E146DE388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479"/>
          <a:stretch/>
        </p:blipFill>
        <p:spPr>
          <a:xfrm>
            <a:off x="4625398" y="0"/>
            <a:ext cx="2941205" cy="161736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61472" y="2505670"/>
            <a:ext cx="1106905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cs typeface="Times New Roman" panose="02020603050405020304" pitchFamily="18" charset="0"/>
              </a:rPr>
              <a:t>Movie recommendation system</a:t>
            </a:r>
            <a:endParaRPr lang="en-IN" sz="5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783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6589-6758-499C-B062-4B912D25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11" y="103695"/>
            <a:ext cx="11830638" cy="1652782"/>
          </a:xfrm>
          <a:solidFill>
            <a:schemeClr val="tx2"/>
          </a:solidFill>
        </p:spPr>
        <p:txBody>
          <a:bodyPr>
            <a:noAutofit/>
          </a:bodyPr>
          <a:lstStyle/>
          <a:p>
            <a:pPr algn="ctr">
              <a:lnSpc>
                <a:spcPct val="200000"/>
              </a:lnSpc>
            </a:pPr>
            <a:r>
              <a:rPr lang="en-US" sz="4400" b="1" u="sng" dirty="0">
                <a:solidFill>
                  <a:srgbClr val="00B0F0"/>
                </a:solidFill>
                <a:latin typeface="Algerian"/>
                <a:ea typeface="Algerian"/>
                <a:cs typeface="Algerian"/>
                <a:sym typeface="Algerian"/>
              </a:rPr>
              <a:t>INTRODUCTION </a:t>
            </a:r>
            <a:br>
              <a:rPr lang="en-US" sz="4400" dirty="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FDD5A-2795-49E2-8C8C-DA63D4782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357" y="-9427"/>
            <a:ext cx="2200486" cy="846673"/>
          </a:xfrm>
          <a:prstGeom prst="rect">
            <a:avLst/>
          </a:prstGeom>
        </p:spPr>
      </p:pic>
      <p:pic>
        <p:nvPicPr>
          <p:cNvPr id="6" name="Google Shape;197;p6" descr="See the source image">
            <a:extLst>
              <a:ext uri="{FF2B5EF4-FFF2-40B4-BE49-F238E27FC236}">
                <a16:creationId xmlns:a16="http://schemas.microsoft.com/office/drawing/2014/main" id="{31F8AD7C-B162-4CE5-95C6-8B3809115F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1572" y="3106433"/>
            <a:ext cx="4565716" cy="29517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179111" y="2015956"/>
            <a:ext cx="118306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recommendation system is a type of information filtering system which attempts to predict the preferences of a user, and make suggestions based on these preferences. </a:t>
            </a:r>
          </a:p>
        </p:txBody>
      </p:sp>
    </p:spTree>
    <p:extLst>
      <p:ext uri="{BB962C8B-B14F-4D97-AF65-F5344CB8AC3E}">
        <p14:creationId xmlns:p14="http://schemas.microsoft.com/office/powerpoint/2010/main" val="329268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 txBox="1">
            <a:spLocks noGrp="1"/>
          </p:cNvSpPr>
          <p:nvPr>
            <p:ph type="title"/>
          </p:nvPr>
        </p:nvSpPr>
        <p:spPr>
          <a:xfrm>
            <a:off x="179111" y="103695"/>
            <a:ext cx="11830638" cy="165278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Algerian"/>
              <a:buNone/>
            </a:pPr>
            <a:r>
              <a:rPr lang="en-US" sz="4400" b="1" u="sng" dirty="0">
                <a:solidFill>
                  <a:srgbClr val="00B0F0"/>
                </a:solidFill>
                <a:latin typeface="Algerian"/>
                <a:ea typeface="Algerian"/>
                <a:cs typeface="Algerian"/>
                <a:sym typeface="Algerian"/>
              </a:rPr>
              <a:t>PROPOSED WORK</a:t>
            </a:r>
            <a:endParaRPr sz="4400" dirty="0"/>
          </a:p>
        </p:txBody>
      </p:sp>
      <p:sp>
        <p:nvSpPr>
          <p:cNvPr id="204" name="Google Shape;204;p7"/>
          <p:cNvSpPr txBox="1">
            <a:spLocks noGrp="1"/>
          </p:cNvSpPr>
          <p:nvPr>
            <p:ph type="body" idx="1"/>
          </p:nvPr>
        </p:nvSpPr>
        <p:spPr>
          <a:xfrm>
            <a:off x="179100" y="1869601"/>
            <a:ext cx="5852245" cy="3441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9750" lvl="0" indent="-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2300"/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Aim</a:t>
            </a:r>
            <a:endParaRPr sz="28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 goal of this project is to build a movie recommendation system using machine learning model with  the Content-based Filtering algorithm and build a User Interface that can make movie recommendations based on user input.</a:t>
            </a:r>
            <a:endParaRPr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05" name="Google Shape;20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76357" y="-9427"/>
            <a:ext cx="2200486" cy="846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567" y="1973794"/>
            <a:ext cx="5755182" cy="397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23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1212228dc1_1_0"/>
          <p:cNvSpPr txBox="1">
            <a:spLocks noGrp="1"/>
          </p:cNvSpPr>
          <p:nvPr>
            <p:ph type="title"/>
          </p:nvPr>
        </p:nvSpPr>
        <p:spPr>
          <a:xfrm>
            <a:off x="179111" y="103695"/>
            <a:ext cx="11830500" cy="165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Algerian"/>
              <a:buNone/>
            </a:pPr>
            <a:r>
              <a:rPr lang="en-US" sz="4400" b="1" u="sng" dirty="0">
                <a:solidFill>
                  <a:srgbClr val="00B0F0"/>
                </a:solidFill>
                <a:latin typeface="Algerian"/>
                <a:ea typeface="Algerian"/>
                <a:cs typeface="Algerian"/>
                <a:sym typeface="Algerian"/>
              </a:rPr>
              <a:t>HARDWARE &amp; SOFTWARE REQUIREMENTS</a:t>
            </a:r>
            <a:endParaRPr sz="4400" dirty="0"/>
          </a:p>
        </p:txBody>
      </p:sp>
      <p:pic>
        <p:nvPicPr>
          <p:cNvPr id="250" name="Google Shape;250;g11212228dc1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76357" y="-9427"/>
            <a:ext cx="2200489" cy="8466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5948218" y="2346037"/>
            <a:ext cx="62437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Software Requirements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Operating System: Windows 10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Coding Language: Python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Coding Software: </a:t>
            </a:r>
            <a:r>
              <a:rPr lang="en-US" sz="28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Jupyter</a:t>
            </a: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Notebook</a:t>
            </a:r>
          </a:p>
          <a:p>
            <a:endParaRPr lang="en-IN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2346037"/>
            <a:ext cx="505807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Hardware Requirements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Processor: Intel core i5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RAM: 8 GB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Hard Disk Space: 2 GB</a:t>
            </a:r>
          </a:p>
        </p:txBody>
      </p:sp>
    </p:spTree>
    <p:extLst>
      <p:ext uri="{BB962C8B-B14F-4D97-AF65-F5344CB8AC3E}">
        <p14:creationId xmlns:p14="http://schemas.microsoft.com/office/powerpoint/2010/main" val="766444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0e236f847a_0_0"/>
          <p:cNvSpPr txBox="1">
            <a:spLocks noGrp="1"/>
          </p:cNvSpPr>
          <p:nvPr>
            <p:ph type="title"/>
          </p:nvPr>
        </p:nvSpPr>
        <p:spPr>
          <a:xfrm>
            <a:off x="179111" y="103695"/>
            <a:ext cx="11830500" cy="165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Algerian"/>
              <a:buNone/>
            </a:pPr>
            <a:r>
              <a:rPr lang="en-US" sz="4400" b="1" u="sng" dirty="0">
                <a:solidFill>
                  <a:srgbClr val="00B0F0"/>
                </a:solidFill>
                <a:latin typeface="Algerian"/>
                <a:sym typeface="Algerian"/>
              </a:rPr>
              <a:t>Content - based filtering</a:t>
            </a:r>
            <a:endParaRPr sz="4400" dirty="0"/>
          </a:p>
        </p:txBody>
      </p:sp>
      <p:pic>
        <p:nvPicPr>
          <p:cNvPr id="240" name="Google Shape;240;g10e236f847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76357" y="-9427"/>
            <a:ext cx="2200489" cy="846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10e236f847a_0_0"/>
          <p:cNvPicPr preferRelativeResize="0"/>
          <p:nvPr/>
        </p:nvPicPr>
        <p:blipFill rotWithShape="1">
          <a:blip r:embed="rId4">
            <a:alphaModFix/>
          </a:blip>
          <a:srcRect l="3236" t="10176" r="1005" b="5442"/>
          <a:stretch/>
        </p:blipFill>
        <p:spPr>
          <a:xfrm>
            <a:off x="2625099" y="3926080"/>
            <a:ext cx="6938501" cy="222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10e236f847a_0_0"/>
          <p:cNvSpPr txBox="1"/>
          <p:nvPr/>
        </p:nvSpPr>
        <p:spPr>
          <a:xfrm>
            <a:off x="294450" y="2482275"/>
            <a:ext cx="115998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This filtration strategy is based on the data provided about the items. The algorithm recommends products that are similar to the ones that a user has liked in the past. This similarity is computed from the data we have about the items as well as the user’s past preferences.</a:t>
            </a:r>
            <a:endParaRPr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5850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0e236f847a_0_0"/>
          <p:cNvSpPr txBox="1">
            <a:spLocks noGrp="1"/>
          </p:cNvSpPr>
          <p:nvPr>
            <p:ph type="title"/>
          </p:nvPr>
        </p:nvSpPr>
        <p:spPr>
          <a:xfrm>
            <a:off x="179111" y="103695"/>
            <a:ext cx="11830500" cy="165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Algerian"/>
              <a:buNone/>
            </a:pPr>
            <a:r>
              <a:rPr lang="en-US" sz="4400" b="1" u="sng" dirty="0">
                <a:solidFill>
                  <a:srgbClr val="00B0F0"/>
                </a:solidFill>
                <a:latin typeface="Algerian"/>
                <a:sym typeface="Algerian"/>
              </a:rPr>
              <a:t>Cont.</a:t>
            </a:r>
            <a:endParaRPr sz="4400" dirty="0"/>
          </a:p>
        </p:txBody>
      </p:sp>
      <p:pic>
        <p:nvPicPr>
          <p:cNvPr id="240" name="Google Shape;240;g10e236f847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76357" y="-9427"/>
            <a:ext cx="2200489" cy="8466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87916" y="1979735"/>
            <a:ext cx="12012889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item recommendation by predicting the utility of items for a particular user based on how "similar" the items are to those that he/she liked in the past.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 a movie recommendation application, a movie may be represented by such features as specific 	actors, 	director, genre, subject matter, etc.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user's interest or preference is also represented by the same set of features, called the user profile.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are made by comparing the user profile with candidate items expressed in the same set of features.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top-k best matched or most similar items are recommended to the user.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simplest approach to content-based recommendation is to compute the similarity of the user profile with each item. </a:t>
            </a:r>
          </a:p>
        </p:txBody>
      </p:sp>
    </p:spTree>
    <p:extLst>
      <p:ext uri="{BB962C8B-B14F-4D97-AF65-F5344CB8AC3E}">
        <p14:creationId xmlns:p14="http://schemas.microsoft.com/office/powerpoint/2010/main" val="2004797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EC470F-A3B8-43D6-A87E-A5E9A58201F5}"/>
              </a:ext>
            </a:extLst>
          </p:cNvPr>
          <p:cNvSpPr/>
          <p:nvPr/>
        </p:nvSpPr>
        <p:spPr>
          <a:xfrm>
            <a:off x="0" y="0"/>
            <a:ext cx="12192000" cy="611799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Placeholder 5">
            <a:extLst>
              <a:ext uri="{FF2B5EF4-FFF2-40B4-BE49-F238E27FC236}">
                <a16:creationId xmlns:a16="http://schemas.microsoft.com/office/drawing/2014/main" id="{13ECDB96-5826-4C13-8463-A51BA8D49A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4" r="894"/>
          <a:stretch/>
        </p:blipFill>
        <p:spPr>
          <a:xfrm>
            <a:off x="6623901" y="546754"/>
            <a:ext cx="4883085" cy="502448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0AE624-4A35-43DB-ABCB-89E28791A3A5}"/>
              </a:ext>
            </a:extLst>
          </p:cNvPr>
          <p:cNvSpPr/>
          <p:nvPr/>
        </p:nvSpPr>
        <p:spPr>
          <a:xfrm>
            <a:off x="188537" y="103694"/>
            <a:ext cx="5750350" cy="59106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092E65-ECAE-4248-9C80-928EDC5297C7}"/>
              </a:ext>
            </a:extLst>
          </p:cNvPr>
          <p:cNvSpPr/>
          <p:nvPr/>
        </p:nvSpPr>
        <p:spPr>
          <a:xfrm>
            <a:off x="622169" y="476052"/>
            <a:ext cx="4883085" cy="5165889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System architecture diagram</a:t>
            </a:r>
            <a:endParaRPr lang="en-IN" sz="44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92934" y="103694"/>
            <a:ext cx="5745019" cy="591060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901" y="476051"/>
            <a:ext cx="4883085" cy="516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49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6589-6758-499C-B062-4B912D25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11" y="103695"/>
            <a:ext cx="11830638" cy="1652782"/>
          </a:xfrm>
          <a:solidFill>
            <a:schemeClr val="tx2"/>
          </a:solidFill>
        </p:spPr>
        <p:txBody>
          <a:bodyPr>
            <a:noAutofit/>
          </a:bodyPr>
          <a:lstStyle/>
          <a:p>
            <a:pPr algn="ctr">
              <a:lnSpc>
                <a:spcPct val="200000"/>
              </a:lnSpc>
            </a:pPr>
            <a:r>
              <a:rPr lang="en-US" sz="4400" b="1" u="sng" dirty="0">
                <a:solidFill>
                  <a:srgbClr val="00B0F0"/>
                </a:solidFill>
                <a:latin typeface="Algerian"/>
                <a:ea typeface="Algerian"/>
                <a:cs typeface="Algerian"/>
                <a:sym typeface="Algerian"/>
              </a:rPr>
              <a:t>Applications </a:t>
            </a:r>
            <a:br>
              <a:rPr lang="en-US" sz="4400" dirty="0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FDD5A-2795-49E2-8C8C-DA63D4782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357" y="-9427"/>
            <a:ext cx="2200486" cy="8466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9111" y="2118982"/>
            <a:ext cx="118306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a wide variety of applications for recommendation systems.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have become increasingly popular over the last few years and are now utilized in most online platforms that we use.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content of such platforms varies from movies, music, books and video, to friends and stories on social media platforms, to products on e-commerce websites, to people on professional and dating websites, to search results returned on Google.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Often, these systems are able to collect information about a user's choices, and can use this information to improve their suggestions in the future. </a:t>
            </a:r>
          </a:p>
        </p:txBody>
      </p:sp>
    </p:spTree>
    <p:extLst>
      <p:ext uri="{BB962C8B-B14F-4D97-AF65-F5344CB8AC3E}">
        <p14:creationId xmlns:p14="http://schemas.microsoft.com/office/powerpoint/2010/main" val="2948568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0E2461-83CC-4FC0-9221-90B7C8DA8577}"/>
              </a:ext>
            </a:extLst>
          </p:cNvPr>
          <p:cNvSpPr/>
          <p:nvPr/>
        </p:nvSpPr>
        <p:spPr>
          <a:xfrm>
            <a:off x="0" y="0"/>
            <a:ext cx="12192000" cy="6146276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370405-DA94-409B-9D2C-FB3F45CDDBD9}"/>
              </a:ext>
            </a:extLst>
          </p:cNvPr>
          <p:cNvSpPr/>
          <p:nvPr/>
        </p:nvSpPr>
        <p:spPr>
          <a:xfrm>
            <a:off x="622169" y="2073897"/>
            <a:ext cx="11029361" cy="147058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solidFill>
                  <a:schemeClr val="tx1"/>
                </a:solidFill>
                <a:latin typeface="Algerian" panose="04020705040A02060702" pitchFamily="82" charset="0"/>
              </a:rPr>
              <a:t>Thank You</a:t>
            </a:r>
            <a:endParaRPr lang="en-IN" sz="96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D16571-7135-4452-83AA-0997BA34F00B}"/>
              </a:ext>
            </a:extLst>
          </p:cNvPr>
          <p:cNvSpPr/>
          <p:nvPr/>
        </p:nvSpPr>
        <p:spPr>
          <a:xfrm>
            <a:off x="0" y="2564091"/>
            <a:ext cx="763571" cy="480767"/>
          </a:xfrm>
          <a:prstGeom prst="rect">
            <a:avLst/>
          </a:prstGeom>
          <a:solidFill>
            <a:schemeClr val="tx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8DED16-A894-42D9-AEC3-68D21C41E85E}"/>
              </a:ext>
            </a:extLst>
          </p:cNvPr>
          <p:cNvSpPr/>
          <p:nvPr/>
        </p:nvSpPr>
        <p:spPr>
          <a:xfrm>
            <a:off x="11428429" y="2564091"/>
            <a:ext cx="763571" cy="48076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27E798-FC91-4989-A388-0CE08BB5C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05300" y="0"/>
            <a:ext cx="3581400" cy="180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6401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2349</TotalTime>
  <Words>419</Words>
  <Application>Microsoft Office PowerPoint</Application>
  <PresentationFormat>Widescreen</PresentationFormat>
  <Paragraphs>32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Calibri</vt:lpstr>
      <vt:lpstr>Comic Sans MS</vt:lpstr>
      <vt:lpstr>Gill Sans MT</vt:lpstr>
      <vt:lpstr>Times New Roman</vt:lpstr>
      <vt:lpstr>Wingdings</vt:lpstr>
      <vt:lpstr>Gallery</vt:lpstr>
      <vt:lpstr>PowerPoint Presentation</vt:lpstr>
      <vt:lpstr>INTRODUCTION  </vt:lpstr>
      <vt:lpstr>PROPOSED WORK</vt:lpstr>
      <vt:lpstr>HARDWARE &amp; SOFTWARE REQUIREMENTS</vt:lpstr>
      <vt:lpstr>Content - based filtering</vt:lpstr>
      <vt:lpstr>Cont.</vt:lpstr>
      <vt:lpstr>PowerPoint Presentation</vt:lpstr>
      <vt:lpstr>Applications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Viresh Dixit</dc:creator>
  <cp:lastModifiedBy>Prakhar Dixit</cp:lastModifiedBy>
  <cp:revision>292</cp:revision>
  <dcterms:created xsi:type="dcterms:W3CDTF">2021-09-25T09:15:52Z</dcterms:created>
  <dcterms:modified xsi:type="dcterms:W3CDTF">2023-10-28T12:18:32Z</dcterms:modified>
</cp:coreProperties>
</file>